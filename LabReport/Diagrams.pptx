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90C3"/>
    <a:srgbClr val="CD43BD"/>
    <a:srgbClr val="5CC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828DFD-61BF-4565-95B9-218EBB6CF318}" v="16" dt="2025-11-01T18:21:20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Wenkang" userId="380f8a0c-51c4-412f-a0f0-7d2a4b83cb0a" providerId="ADAL" clId="{1FFDA26E-9E4C-4A4F-922B-ADD1D9F4125F}"/>
    <pc:docChg chg="undo custSel modSld">
      <pc:chgData name="Zhao, Wenkang" userId="380f8a0c-51c4-412f-a0f0-7d2a4b83cb0a" providerId="ADAL" clId="{1FFDA26E-9E4C-4A4F-922B-ADD1D9F4125F}" dt="2025-11-02T22:22:01.597" v="207" actId="1035"/>
      <pc:docMkLst>
        <pc:docMk/>
      </pc:docMkLst>
      <pc:sldChg chg="addSp delSp modSp mod">
        <pc:chgData name="Zhao, Wenkang" userId="380f8a0c-51c4-412f-a0f0-7d2a4b83cb0a" providerId="ADAL" clId="{1FFDA26E-9E4C-4A4F-922B-ADD1D9F4125F}" dt="2025-11-02T22:22:01.597" v="207" actId="1035"/>
        <pc:sldMkLst>
          <pc:docMk/>
          <pc:sldMk cId="2045948422" sldId="256"/>
        </pc:sldMkLst>
        <pc:spChg chg="mod">
          <ac:chgData name="Zhao, Wenkang" userId="380f8a0c-51c4-412f-a0f0-7d2a4b83cb0a" providerId="ADAL" clId="{1FFDA26E-9E4C-4A4F-922B-ADD1D9F4125F}" dt="2025-11-01T18:20:54.686" v="201" actId="207"/>
          <ac:spMkLst>
            <pc:docMk/>
            <pc:sldMk cId="2045948422" sldId="256"/>
            <ac:spMk id="25" creationId="{71705FF6-3C50-3C08-2875-B30A9F619028}"/>
          </ac:spMkLst>
        </pc:spChg>
        <pc:spChg chg="mod">
          <ac:chgData name="Zhao, Wenkang" userId="380f8a0c-51c4-412f-a0f0-7d2a4b83cb0a" providerId="ADAL" clId="{1FFDA26E-9E4C-4A4F-922B-ADD1D9F4125F}" dt="2025-11-02T22:22:01.597" v="207" actId="1035"/>
          <ac:spMkLst>
            <pc:docMk/>
            <pc:sldMk cId="2045948422" sldId="256"/>
            <ac:spMk id="27" creationId="{1339C28C-E86E-0E5E-7794-35B0AAABD3C3}"/>
          </ac:spMkLst>
        </pc:spChg>
        <pc:spChg chg="mod">
          <ac:chgData name="Zhao, Wenkang" userId="380f8a0c-51c4-412f-a0f0-7d2a4b83cb0a" providerId="ADAL" clId="{1FFDA26E-9E4C-4A4F-922B-ADD1D9F4125F}" dt="2025-11-02T22:22:01.597" v="207" actId="1035"/>
          <ac:spMkLst>
            <pc:docMk/>
            <pc:sldMk cId="2045948422" sldId="256"/>
            <ac:spMk id="28" creationId="{14587C49-D61B-D03D-D350-30604787A7D7}"/>
          </ac:spMkLst>
        </pc:spChg>
        <pc:spChg chg="mod">
          <ac:chgData name="Zhao, Wenkang" userId="380f8a0c-51c4-412f-a0f0-7d2a4b83cb0a" providerId="ADAL" clId="{1FFDA26E-9E4C-4A4F-922B-ADD1D9F4125F}" dt="2025-11-01T18:21:09.246" v="202" actId="207"/>
          <ac:spMkLst>
            <pc:docMk/>
            <pc:sldMk cId="2045948422" sldId="256"/>
            <ac:spMk id="39" creationId="{96212181-1C9E-1E69-82E4-1A3AEC7A6D22}"/>
          </ac:spMkLst>
        </pc:spChg>
        <pc:spChg chg="mod">
          <ac:chgData name="Zhao, Wenkang" userId="380f8a0c-51c4-412f-a0f0-7d2a4b83cb0a" providerId="ADAL" clId="{1FFDA26E-9E4C-4A4F-922B-ADD1D9F4125F}" dt="2025-11-01T18:21:09.246" v="202" actId="207"/>
          <ac:spMkLst>
            <pc:docMk/>
            <pc:sldMk cId="2045948422" sldId="256"/>
            <ac:spMk id="40" creationId="{C7B4DF2E-6350-1EBD-84DF-8D135F7C66DE}"/>
          </ac:spMkLst>
        </pc:spChg>
        <pc:spChg chg="mod">
          <ac:chgData name="Zhao, Wenkang" userId="380f8a0c-51c4-412f-a0f0-7d2a4b83cb0a" providerId="ADAL" clId="{1FFDA26E-9E4C-4A4F-922B-ADD1D9F4125F}" dt="2025-11-01T18:21:09.246" v="202" actId="207"/>
          <ac:spMkLst>
            <pc:docMk/>
            <pc:sldMk cId="2045948422" sldId="256"/>
            <ac:spMk id="60" creationId="{58BA1388-CC83-294E-F6F5-6BB396680475}"/>
          </ac:spMkLst>
        </pc:spChg>
        <pc:spChg chg="mod">
          <ac:chgData name="Zhao, Wenkang" userId="380f8a0c-51c4-412f-a0f0-7d2a4b83cb0a" providerId="ADAL" clId="{1FFDA26E-9E4C-4A4F-922B-ADD1D9F4125F}" dt="2025-11-01T18:21:09.246" v="202" actId="207"/>
          <ac:spMkLst>
            <pc:docMk/>
            <pc:sldMk cId="2045948422" sldId="256"/>
            <ac:spMk id="61" creationId="{6C99964C-973E-2B85-4ABF-B7E163174D2B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89" creationId="{F1914F56-B022-E181-59F7-835EE91F48F1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93" creationId="{2FA172C2-AC52-994B-727F-D8B07CBE95CD}"/>
          </ac:spMkLst>
        </pc:spChg>
        <pc:spChg chg="mod">
          <ac:chgData name="Zhao, Wenkang" userId="380f8a0c-51c4-412f-a0f0-7d2a4b83cb0a" providerId="ADAL" clId="{1FFDA26E-9E4C-4A4F-922B-ADD1D9F4125F}" dt="2025-11-01T17:19:55.007" v="27" actId="1076"/>
          <ac:spMkLst>
            <pc:docMk/>
            <pc:sldMk cId="2045948422" sldId="256"/>
            <ac:spMk id="95" creationId="{D576295F-298B-9C57-99E5-0E99E54A27AA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98" creationId="{4AEB06F0-2268-98B1-C042-D98B4CF66E6C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99" creationId="{DDD9F5E6-3111-949A-CB06-A26F22B43752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100" creationId="{FC25AF95-0655-02BB-2784-2FF0E6C90F45}"/>
          </ac:spMkLst>
        </pc:spChg>
        <pc:spChg chg="mod">
          <ac:chgData name="Zhao, Wenkang" userId="380f8a0c-51c4-412f-a0f0-7d2a4b83cb0a" providerId="ADAL" clId="{1FFDA26E-9E4C-4A4F-922B-ADD1D9F4125F}" dt="2025-11-01T17:18:54.853" v="20" actId="1076"/>
          <ac:spMkLst>
            <pc:docMk/>
            <pc:sldMk cId="2045948422" sldId="256"/>
            <ac:spMk id="101" creationId="{093B756D-A53E-346E-681C-DF1B391C606B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102" creationId="{97749F98-A64C-576B-FA6A-3CCF81569442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103" creationId="{82837223-42F4-9B8D-E64B-F3748DAC9D65}"/>
          </ac:spMkLst>
        </pc:spChg>
        <pc:spChg chg="mod">
          <ac:chgData name="Zhao, Wenkang" userId="380f8a0c-51c4-412f-a0f0-7d2a4b83cb0a" providerId="ADAL" clId="{1FFDA26E-9E4C-4A4F-922B-ADD1D9F4125F}" dt="2025-11-01T17:18:58.873" v="22" actId="1076"/>
          <ac:spMkLst>
            <pc:docMk/>
            <pc:sldMk cId="2045948422" sldId="256"/>
            <ac:spMk id="155" creationId="{E592FE03-9907-9F8F-3C2D-24A42EEDC956}"/>
          </ac:spMkLst>
        </pc:spChg>
        <pc:spChg chg="mod">
          <ac:chgData name="Zhao, Wenkang" userId="380f8a0c-51c4-412f-a0f0-7d2a4b83cb0a" providerId="ADAL" clId="{1FFDA26E-9E4C-4A4F-922B-ADD1D9F4125F}" dt="2025-11-01T17:18:48.722" v="19" actId="255"/>
          <ac:spMkLst>
            <pc:docMk/>
            <pc:sldMk cId="2045948422" sldId="256"/>
            <ac:spMk id="165" creationId="{32E9C2BB-2EED-1350-6209-932AA9BC7B51}"/>
          </ac:spMkLst>
        </pc:spChg>
        <pc:spChg chg="mod">
          <ac:chgData name="Zhao, Wenkang" userId="380f8a0c-51c4-412f-a0f0-7d2a4b83cb0a" providerId="ADAL" clId="{1FFDA26E-9E4C-4A4F-922B-ADD1D9F4125F}" dt="2025-11-01T17:18:56.753" v="21" actId="1076"/>
          <ac:spMkLst>
            <pc:docMk/>
            <pc:sldMk cId="2045948422" sldId="256"/>
            <ac:spMk id="174" creationId="{C2BBA97C-9D59-0760-53D2-22E60EACD295}"/>
          </ac:spMkLst>
        </pc:spChg>
        <pc:spChg chg="add del mod">
          <ac:chgData name="Zhao, Wenkang" userId="380f8a0c-51c4-412f-a0f0-7d2a4b83cb0a" providerId="ADAL" clId="{1FFDA26E-9E4C-4A4F-922B-ADD1D9F4125F}" dt="2025-11-01T18:14:05.470" v="55" actId="478"/>
          <ac:spMkLst>
            <pc:docMk/>
            <pc:sldMk cId="2045948422" sldId="256"/>
            <ac:spMk id="209" creationId="{6D927CA0-2799-8CBB-3B12-8D78B7DDAE2D}"/>
          </ac:spMkLst>
        </pc:spChg>
        <pc:spChg chg="add mod">
          <ac:chgData name="Zhao, Wenkang" userId="380f8a0c-51c4-412f-a0f0-7d2a4b83cb0a" providerId="ADAL" clId="{1FFDA26E-9E4C-4A4F-922B-ADD1D9F4125F}" dt="2025-11-01T18:20:04.796" v="128" actId="1036"/>
          <ac:spMkLst>
            <pc:docMk/>
            <pc:sldMk cId="2045948422" sldId="256"/>
            <ac:spMk id="216" creationId="{369ACC42-11D6-2B20-7F84-AC99581033D4}"/>
          </ac:spMkLst>
        </pc:spChg>
        <pc:spChg chg="add mod">
          <ac:chgData name="Zhao, Wenkang" userId="380f8a0c-51c4-412f-a0f0-7d2a4b83cb0a" providerId="ADAL" clId="{1FFDA26E-9E4C-4A4F-922B-ADD1D9F4125F}" dt="2025-11-01T18:19:59.676" v="126" actId="1036"/>
          <ac:spMkLst>
            <pc:docMk/>
            <pc:sldMk cId="2045948422" sldId="256"/>
            <ac:spMk id="217" creationId="{D56481BE-249B-282D-A64A-26F06CE49F36}"/>
          </ac:spMkLst>
        </pc:spChg>
        <pc:spChg chg="add mod">
          <ac:chgData name="Zhao, Wenkang" userId="380f8a0c-51c4-412f-a0f0-7d2a4b83cb0a" providerId="ADAL" clId="{1FFDA26E-9E4C-4A4F-922B-ADD1D9F4125F}" dt="2025-11-01T18:20:01.924" v="127" actId="1035"/>
          <ac:spMkLst>
            <pc:docMk/>
            <pc:sldMk cId="2045948422" sldId="256"/>
            <ac:spMk id="218" creationId="{2E92EE69-4059-D967-43E3-B2DBBB0F89F1}"/>
          </ac:spMkLst>
        </pc:spChg>
        <pc:spChg chg="add mod">
          <ac:chgData name="Zhao, Wenkang" userId="380f8a0c-51c4-412f-a0f0-7d2a4b83cb0a" providerId="ADAL" clId="{1FFDA26E-9E4C-4A4F-922B-ADD1D9F4125F}" dt="2025-11-01T18:17:59.201" v="115" actId="164"/>
          <ac:spMkLst>
            <pc:docMk/>
            <pc:sldMk cId="2045948422" sldId="256"/>
            <ac:spMk id="219" creationId="{56888C08-01F0-ACBD-66B3-668855355C50}"/>
          </ac:spMkLst>
        </pc:spChg>
        <pc:spChg chg="add mod">
          <ac:chgData name="Zhao, Wenkang" userId="380f8a0c-51c4-412f-a0f0-7d2a4b83cb0a" providerId="ADAL" clId="{1FFDA26E-9E4C-4A4F-922B-ADD1D9F4125F}" dt="2025-11-01T18:17:59.201" v="115" actId="164"/>
          <ac:spMkLst>
            <pc:docMk/>
            <pc:sldMk cId="2045948422" sldId="256"/>
            <ac:spMk id="220" creationId="{DE9F6B86-1D24-0F2F-FA2C-3FC9ED1A1819}"/>
          </ac:spMkLst>
        </pc:spChg>
        <pc:spChg chg="add mod">
          <ac:chgData name="Zhao, Wenkang" userId="380f8a0c-51c4-412f-a0f0-7d2a4b83cb0a" providerId="ADAL" clId="{1FFDA26E-9E4C-4A4F-922B-ADD1D9F4125F}" dt="2025-11-01T18:17:59.201" v="115" actId="164"/>
          <ac:spMkLst>
            <pc:docMk/>
            <pc:sldMk cId="2045948422" sldId="256"/>
            <ac:spMk id="221" creationId="{1EE23081-2A06-7FE2-99F5-ECD8EEC90C0C}"/>
          </ac:spMkLst>
        </pc:spChg>
        <pc:spChg chg="add mod">
          <ac:chgData name="Zhao, Wenkang" userId="380f8a0c-51c4-412f-a0f0-7d2a4b83cb0a" providerId="ADAL" clId="{1FFDA26E-9E4C-4A4F-922B-ADD1D9F4125F}" dt="2025-11-01T18:17:59.201" v="115" actId="164"/>
          <ac:spMkLst>
            <pc:docMk/>
            <pc:sldMk cId="2045948422" sldId="256"/>
            <ac:spMk id="222" creationId="{9E21EDF0-0B5C-038B-E5CB-970A91962D15}"/>
          </ac:spMkLst>
        </pc:spChg>
        <pc:spChg chg="add mod">
          <ac:chgData name="Zhao, Wenkang" userId="380f8a0c-51c4-412f-a0f0-7d2a4b83cb0a" providerId="ADAL" clId="{1FFDA26E-9E4C-4A4F-922B-ADD1D9F4125F}" dt="2025-11-01T18:17:59.201" v="115" actId="164"/>
          <ac:spMkLst>
            <pc:docMk/>
            <pc:sldMk cId="2045948422" sldId="256"/>
            <ac:spMk id="223" creationId="{DC594130-80ED-5DD8-E14A-A4BC8D8500E3}"/>
          </ac:spMkLst>
        </pc:spChg>
        <pc:spChg chg="add mod">
          <ac:chgData name="Zhao, Wenkang" userId="380f8a0c-51c4-412f-a0f0-7d2a4b83cb0a" providerId="ADAL" clId="{1FFDA26E-9E4C-4A4F-922B-ADD1D9F4125F}" dt="2025-11-01T18:21:20.436" v="203" actId="164"/>
          <ac:spMkLst>
            <pc:docMk/>
            <pc:sldMk cId="2045948422" sldId="256"/>
            <ac:spMk id="225" creationId="{2B0BA1AB-E4B9-FC16-A33F-20F6F4FB6D2E}"/>
          </ac:spMkLst>
        </pc:spChg>
        <pc:spChg chg="add mod">
          <ac:chgData name="Zhao, Wenkang" userId="380f8a0c-51c4-412f-a0f0-7d2a4b83cb0a" providerId="ADAL" clId="{1FFDA26E-9E4C-4A4F-922B-ADD1D9F4125F}" dt="2025-11-01T18:19:46.379" v="118"/>
          <ac:spMkLst>
            <pc:docMk/>
            <pc:sldMk cId="2045948422" sldId="256"/>
            <ac:spMk id="226" creationId="{026D26B4-1E04-9079-D539-9316E75E65A0}"/>
          </ac:spMkLst>
        </pc:spChg>
        <pc:spChg chg="add mod">
          <ac:chgData name="Zhao, Wenkang" userId="380f8a0c-51c4-412f-a0f0-7d2a4b83cb0a" providerId="ADAL" clId="{1FFDA26E-9E4C-4A4F-922B-ADD1D9F4125F}" dt="2025-11-01T18:21:20.436" v="203" actId="164"/>
          <ac:spMkLst>
            <pc:docMk/>
            <pc:sldMk cId="2045948422" sldId="256"/>
            <ac:spMk id="227" creationId="{B13463F5-7E45-7D40-361A-E463C22A2CFA}"/>
          </ac:spMkLst>
        </pc:spChg>
        <pc:grpChg chg="mod">
          <ac:chgData name="Zhao, Wenkang" userId="380f8a0c-51c4-412f-a0f0-7d2a4b83cb0a" providerId="ADAL" clId="{1FFDA26E-9E4C-4A4F-922B-ADD1D9F4125F}" dt="2025-11-01T18:17:59.201" v="115" actId="164"/>
          <ac:grpSpMkLst>
            <pc:docMk/>
            <pc:sldMk cId="2045948422" sldId="256"/>
            <ac:grpSpMk id="178" creationId="{184801A1-69A0-B9A8-3E48-2E23785DD901}"/>
          </ac:grpSpMkLst>
        </pc:grpChg>
        <pc:grpChg chg="add mod">
          <ac:chgData name="Zhao, Wenkang" userId="380f8a0c-51c4-412f-a0f0-7d2a4b83cb0a" providerId="ADAL" clId="{1FFDA26E-9E4C-4A4F-922B-ADD1D9F4125F}" dt="2025-11-01T18:21:20.436" v="203" actId="164"/>
          <ac:grpSpMkLst>
            <pc:docMk/>
            <pc:sldMk cId="2045948422" sldId="256"/>
            <ac:grpSpMk id="224" creationId="{55BED3D0-A7E7-FA7A-6411-9C7E1CE6C094}"/>
          </ac:grpSpMkLst>
        </pc:grpChg>
        <pc:grpChg chg="add mod">
          <ac:chgData name="Zhao, Wenkang" userId="380f8a0c-51c4-412f-a0f0-7d2a4b83cb0a" providerId="ADAL" clId="{1FFDA26E-9E4C-4A4F-922B-ADD1D9F4125F}" dt="2025-11-01T18:21:20.436" v="203" actId="164"/>
          <ac:grpSpMkLst>
            <pc:docMk/>
            <pc:sldMk cId="2045948422" sldId="256"/>
            <ac:grpSpMk id="228" creationId="{FE5A32AA-8C7D-987B-D2F3-47F9DBF4CF53}"/>
          </ac:grpSpMkLst>
        </pc:grpChg>
        <pc:cxnChg chg="mod">
          <ac:chgData name="Zhao, Wenkang" userId="380f8a0c-51c4-412f-a0f0-7d2a4b83cb0a" providerId="ADAL" clId="{1FFDA26E-9E4C-4A4F-922B-ADD1D9F4125F}" dt="2025-11-02T22:22:01.597" v="207" actId="1035"/>
          <ac:cxnSpMkLst>
            <pc:docMk/>
            <pc:sldMk cId="2045948422" sldId="256"/>
            <ac:cxnSpMk id="48" creationId="{54C6432D-969D-571B-DE1A-B6F257C14CFF}"/>
          </ac:cxnSpMkLst>
        </pc:cxnChg>
        <pc:cxnChg chg="mod">
          <ac:chgData name="Zhao, Wenkang" userId="380f8a0c-51c4-412f-a0f0-7d2a4b83cb0a" providerId="ADAL" clId="{1FFDA26E-9E4C-4A4F-922B-ADD1D9F4125F}" dt="2025-11-01T17:18:20.095" v="14" actId="255"/>
          <ac:cxnSpMkLst>
            <pc:docMk/>
            <pc:sldMk cId="2045948422" sldId="256"/>
            <ac:cxnSpMk id="84" creationId="{555E92E9-8D52-C202-7EF0-43BE9E828F68}"/>
          </ac:cxnSpMkLst>
        </pc:cxnChg>
        <pc:cxnChg chg="mod">
          <ac:chgData name="Zhao, Wenkang" userId="380f8a0c-51c4-412f-a0f0-7d2a4b83cb0a" providerId="ADAL" clId="{1FFDA26E-9E4C-4A4F-922B-ADD1D9F4125F}" dt="2025-11-01T17:19:52.508" v="26" actId="14100"/>
          <ac:cxnSpMkLst>
            <pc:docMk/>
            <pc:sldMk cId="2045948422" sldId="256"/>
            <ac:cxnSpMk id="97" creationId="{D85C1100-D37F-4FC9-4277-637A840F04C7}"/>
          </ac:cxnSpMkLst>
        </pc:cxnChg>
        <pc:cxnChg chg="mod">
          <ac:chgData name="Zhao, Wenkang" userId="380f8a0c-51c4-412f-a0f0-7d2a4b83cb0a" providerId="ADAL" clId="{1FFDA26E-9E4C-4A4F-922B-ADD1D9F4125F}" dt="2025-11-02T22:22:01.597" v="207" actId="1035"/>
          <ac:cxnSpMkLst>
            <pc:docMk/>
            <pc:sldMk cId="2045948422" sldId="256"/>
            <ac:cxnSpMk id="114" creationId="{57659FD0-DD47-24BA-A1E9-19679CF2C595}"/>
          </ac:cxnSpMkLst>
        </pc:cxnChg>
        <pc:cxnChg chg="add del mod">
          <ac:chgData name="Zhao, Wenkang" userId="380f8a0c-51c4-412f-a0f0-7d2a4b83cb0a" providerId="ADAL" clId="{1FFDA26E-9E4C-4A4F-922B-ADD1D9F4125F}" dt="2025-11-01T18:12:56.250" v="38" actId="478"/>
          <ac:cxnSpMkLst>
            <pc:docMk/>
            <pc:sldMk cId="2045948422" sldId="256"/>
            <ac:cxnSpMk id="206" creationId="{79603070-B9EB-575E-6720-E7012C09FD80}"/>
          </ac:cxnSpMkLst>
        </pc:cxnChg>
        <pc:cxnChg chg="add del mod">
          <ac:chgData name="Zhao, Wenkang" userId="380f8a0c-51c4-412f-a0f0-7d2a4b83cb0a" providerId="ADAL" clId="{1FFDA26E-9E4C-4A4F-922B-ADD1D9F4125F}" dt="2025-11-01T18:12:56.250" v="38" actId="478"/>
          <ac:cxnSpMkLst>
            <pc:docMk/>
            <pc:sldMk cId="2045948422" sldId="256"/>
            <ac:cxnSpMk id="207" creationId="{B657BDF1-AD76-BA93-C0FC-559313588147}"/>
          </ac:cxnSpMkLst>
        </pc:cxnChg>
        <pc:cxnChg chg="add del mod">
          <ac:chgData name="Zhao, Wenkang" userId="380f8a0c-51c4-412f-a0f0-7d2a4b83cb0a" providerId="ADAL" clId="{1FFDA26E-9E4C-4A4F-922B-ADD1D9F4125F}" dt="2025-11-01T18:15:06.182" v="68" actId="478"/>
          <ac:cxnSpMkLst>
            <pc:docMk/>
            <pc:sldMk cId="2045948422" sldId="256"/>
            <ac:cxnSpMk id="211" creationId="{3A4BBB24-0F25-E999-D03D-C69024A1F725}"/>
          </ac:cxnSpMkLst>
        </pc:cxnChg>
        <pc:cxnChg chg="add del mod">
          <ac:chgData name="Zhao, Wenkang" userId="380f8a0c-51c4-412f-a0f0-7d2a4b83cb0a" providerId="ADAL" clId="{1FFDA26E-9E4C-4A4F-922B-ADD1D9F4125F}" dt="2025-11-01T18:15:07.791" v="69" actId="478"/>
          <ac:cxnSpMkLst>
            <pc:docMk/>
            <pc:sldMk cId="2045948422" sldId="256"/>
            <ac:cxnSpMk id="212" creationId="{2752D3B8-7784-9F2A-6B5E-3DBFC9988A6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E7FB-68A8-7C52-6BFF-8C02CB296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DCC3A-5240-6C96-7339-8DA6C1241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D0BAC-E965-2A8D-D5E5-4D7AD07F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E6111-EFBF-90C8-13E1-D54B6E00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5941A-62F2-EDE2-7587-791B89A0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408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71EE-D838-A9FF-1338-A429FC2D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2B3D-FBAF-D2A6-7874-D45A90CD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5DDF2-9BE5-8667-9F68-529D308E4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FB8A6-7232-3E48-2C92-17D678A7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0EC58-6905-8921-539A-B0814820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60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EF70-8688-E15F-FB4D-EB913545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5015E-7D13-BB93-2CDE-C7D76ED8F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4A764-DC3B-F801-19F2-9EFC4672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5A96D-2F96-35D4-8F11-30226622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E77E5-4398-86E0-C830-AF311589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041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8D75-DBA1-B530-DE91-5EAA9016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47A4-9174-B17E-E4D3-CAC74B482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17A32-6F6A-6320-D38F-98EC7CFDC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3FE24-C667-6F0C-D4F2-6F422D6E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A1AFA-A0A6-CFA8-5964-2F8E931E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CA787-0733-50BF-1162-3BA58C6F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464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CEAF8-7906-4C88-094A-E315AD07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30F1A-5E23-4927-F18E-6A736281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9846C-2BFC-D5A8-BCCC-5198EEFC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F63FB-0CED-C692-D4F5-B16891B77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F7A09-B14D-9468-B49C-1378931A1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ACC86-B4DC-F0ED-4220-A51CD14B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271EB-0351-5FFE-DADC-5D58B743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3C3E9-08A9-630D-5239-0112ACD3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607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010F-2F11-CF67-8B84-379CB4DC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6AD47-C232-6E74-391E-E8E69EBE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A95A5-C3C0-E647-C66E-60B71CA5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FF6F4-7EB4-D805-0D8C-91A7A646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88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BD336-9ED5-2ED1-D183-E0DD6428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4CB49-D67A-607E-BC63-38E1707A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EBF04-1963-EC40-9FF2-C6E33E33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44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98BD-F8DD-FFD2-52C3-6759E09C0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42669-0061-2098-3B9B-F926F21ED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0E671-A597-2BC8-90A5-91B24EA31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2C9DA-715A-43EE-FCC4-81E19B75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C3C9A-FF7D-65BB-7F51-2BEEAE45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C8DF0-1D78-611A-6337-BB7C4EC2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576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FD17-40A4-D409-44CC-BC640E5A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E7DB2-E5DC-8FA4-AA29-587EE81EB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089A5-4EAD-ACE7-B3B3-506F9DBAB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5388D-B8EF-5AB5-9ED7-F66C4048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B915E-82C3-E7AA-0F01-DE4E9D60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2F2C1-1495-033F-C976-2D42BFF6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64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A985-7041-9D79-5AD8-DBC90776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00373-3EBA-8A79-06DF-4CFFEAA69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F0020-F5B0-8259-E66B-2B3A4895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349A8-012B-AB85-ABEC-4F1894D6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CEE28-560E-2EEF-CE19-192E5BB1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722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5F915-8C3D-64BB-9FCF-615F604BA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075D0-4999-82B6-9500-56425150E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9BB2B-5E95-F4A9-8C01-57DEFAB7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DD323-A33C-8E82-C469-AA96A674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EEDE7-0F96-2D3B-BC32-E8CE0096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25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733B0-E889-1EE5-1416-69BBEAA2D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738AD-4E1E-A5EC-BEEC-C3D73AC63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5A1E-C737-BF87-C65C-D1E5F6193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58638-E2B2-4972-87CC-91623C80C313}" type="datetimeFigureOut">
              <a:rPr lang="en-SG" smtClean="0"/>
              <a:t>2/11/2025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AABBD-7855-289D-042A-CA5434C11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2EED0-4317-9809-2543-0E8BF0CD7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89268-0A5A-4C21-AC29-BA9719B6B2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131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E5A32AA-8C7D-987B-D2F3-47F9DBF4CF53}"/>
              </a:ext>
            </a:extLst>
          </p:cNvPr>
          <p:cNvGrpSpPr/>
          <p:nvPr/>
        </p:nvGrpSpPr>
        <p:grpSpPr>
          <a:xfrm>
            <a:off x="1966735" y="295275"/>
            <a:ext cx="7328799" cy="6046607"/>
            <a:chOff x="1966735" y="295275"/>
            <a:chExt cx="7328799" cy="6046607"/>
          </a:xfrm>
        </p:grpSpPr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55BED3D0-A7E7-FA7A-6411-9C7E1CE6C094}"/>
                </a:ext>
              </a:extLst>
            </p:cNvPr>
            <p:cNvGrpSpPr/>
            <p:nvPr/>
          </p:nvGrpSpPr>
          <p:grpSpPr>
            <a:xfrm>
              <a:off x="1966735" y="295275"/>
              <a:ext cx="7328799" cy="6046607"/>
              <a:chOff x="1966735" y="295275"/>
              <a:chExt cx="7328799" cy="6046607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184801A1-69A0-B9A8-3E48-2E23785DD90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966735" y="295275"/>
                <a:ext cx="7328799" cy="6046607"/>
                <a:chOff x="3647899" y="1723629"/>
                <a:chExt cx="3831427" cy="3161109"/>
              </a:xfrm>
            </p:grpSpPr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6E41DF61-29A1-1FFF-8380-8C3A07A1D64F}"/>
                    </a:ext>
                  </a:extLst>
                </p:cNvPr>
                <p:cNvGrpSpPr/>
                <p:nvPr/>
              </p:nvGrpSpPr>
              <p:grpSpPr>
                <a:xfrm>
                  <a:off x="3647899" y="1723629"/>
                  <a:ext cx="3831427" cy="3161109"/>
                  <a:chOff x="3647899" y="1723629"/>
                  <a:chExt cx="3831427" cy="3161109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A78DC4B-5FCD-4A1E-6793-2E88733B1FB1}"/>
                      </a:ext>
                    </a:extLst>
                  </p:cNvPr>
                  <p:cNvSpPr/>
                  <p:nvPr/>
                </p:nvSpPr>
                <p:spPr>
                  <a:xfrm>
                    <a:off x="5505608" y="2263139"/>
                    <a:ext cx="540000" cy="75600"/>
                  </a:xfrm>
                  <a:prstGeom prst="rect">
                    <a:avLst/>
                  </a:prstGeom>
                  <a:noFill/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44CD3FB3-FAAB-5D91-5742-C0C1B6BCCD3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348410" y="3141837"/>
                    <a:ext cx="540000" cy="7607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B447BEB9-C4DD-0D2A-7624-0DAA8DCF5801}"/>
                      </a:ext>
                    </a:extLst>
                  </p:cNvPr>
                  <p:cNvGrpSpPr/>
                  <p:nvPr/>
                </p:nvGrpSpPr>
                <p:grpSpPr>
                  <a:xfrm>
                    <a:off x="5599761" y="3012846"/>
                    <a:ext cx="360000" cy="360000"/>
                    <a:chOff x="8623620" y="2350836"/>
                    <a:chExt cx="360000" cy="360000"/>
                  </a:xfrm>
                </p:grpSpPr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42982AF5-22DE-4066-A597-0BEBFAEDD2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8623620" y="2350836"/>
                      <a:ext cx="360000" cy="3600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 dirty="0"/>
                    </a:p>
                  </p:txBody>
                </p:sp>
                <p:cxnSp>
                  <p:nvCxnSpPr>
                    <p:cNvPr id="11" name="Straight Connector 10">
                      <a:extLst>
                        <a:ext uri="{FF2B5EF4-FFF2-40B4-BE49-F238E27FC236}">
                          <a16:creationId xmlns:a16="http://schemas.microsoft.com/office/drawing/2014/main" id="{B2FADD2E-187E-73C5-2744-9C665AE2992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23620" y="2350836"/>
                      <a:ext cx="360000" cy="36000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3CEF3B49-4C3F-2538-E449-5B09B65ED304}"/>
                      </a:ext>
                    </a:extLst>
                  </p:cNvPr>
                  <p:cNvGrpSpPr/>
                  <p:nvPr/>
                </p:nvGrpSpPr>
                <p:grpSpPr>
                  <a:xfrm>
                    <a:off x="4564718" y="3012043"/>
                    <a:ext cx="360816" cy="360803"/>
                    <a:chOff x="7505450" y="2350033"/>
                    <a:chExt cx="360816" cy="360803"/>
                  </a:xfrm>
                </p:grpSpPr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9234931E-9B19-02F0-F278-3A69B54E02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505450" y="2350836"/>
                      <a:ext cx="360000" cy="3600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 dirty="0"/>
                    </a:p>
                  </p:txBody>
                </p:sp>
                <p:cxnSp>
                  <p:nvCxnSpPr>
                    <p:cNvPr id="12" name="Straight Connector 11">
                      <a:extLst>
                        <a:ext uri="{FF2B5EF4-FFF2-40B4-BE49-F238E27FC236}">
                          <a16:creationId xmlns:a16="http://schemas.microsoft.com/office/drawing/2014/main" id="{57BC85F9-58A9-0D97-70DE-C118244E6D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506266" y="2350033"/>
                      <a:ext cx="360000" cy="36000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C84AF236-20BD-B16E-70F3-B85536536B57}"/>
                      </a:ext>
                    </a:extLst>
                  </p:cNvPr>
                  <p:cNvGrpSpPr/>
                  <p:nvPr/>
                </p:nvGrpSpPr>
                <p:grpSpPr>
                  <a:xfrm>
                    <a:off x="5599761" y="3931670"/>
                    <a:ext cx="360000" cy="360000"/>
                    <a:chOff x="8623620" y="3170600"/>
                    <a:chExt cx="360000" cy="360000"/>
                  </a:xfrm>
                </p:grpSpPr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B043DCAB-33A9-2287-B07F-205DE6F5D36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8623620" y="3170600"/>
                      <a:ext cx="360000" cy="3600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 dirty="0"/>
                    </a:p>
                  </p:txBody>
                </p:sp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FFD2010F-0F56-05FE-2BB3-0A8574438C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623620" y="3170600"/>
                      <a:ext cx="360000" cy="36000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E7834C46-97E5-48E6-24D1-6E0148F9A793}"/>
                      </a:ext>
                    </a:extLst>
                  </p:cNvPr>
                  <p:cNvGrpSpPr/>
                  <p:nvPr/>
                </p:nvGrpSpPr>
                <p:grpSpPr>
                  <a:xfrm>
                    <a:off x="4649454" y="2344029"/>
                    <a:ext cx="185179" cy="522188"/>
                    <a:chOff x="7641375" y="1644072"/>
                    <a:chExt cx="210312" cy="537153"/>
                  </a:xfrm>
                </p:grpSpPr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71705FF6-3C50-3C08-2875-B30A9F6190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1375" y="1644072"/>
                      <a:ext cx="210312" cy="452423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 dirty="0"/>
                    </a:p>
                  </p:txBody>
                </p:sp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7B5FDB9D-EA4E-3036-F714-956CACC06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98600" y="2096496"/>
                      <a:ext cx="98425" cy="84729"/>
                    </a:xfrm>
                    <a:prstGeom prst="rect">
                      <a:avLst/>
                    </a:prstGeom>
                    <a:solidFill>
                      <a:srgbClr val="C00000"/>
                    </a:solidFill>
                    <a:ln>
                      <a:solidFill>
                        <a:schemeClr val="accent1">
                          <a:shade val="1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/>
                    </a:p>
                  </p:txBody>
                </p:sp>
              </p:grp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6D120CE7-0363-B92D-128B-C7E2E98515DF}"/>
                      </a:ext>
                    </a:extLst>
                  </p:cNvPr>
                  <p:cNvGrpSpPr/>
                  <p:nvPr/>
                </p:nvGrpSpPr>
                <p:grpSpPr>
                  <a:xfrm>
                    <a:off x="3862773" y="2733531"/>
                    <a:ext cx="304310" cy="711043"/>
                    <a:chOff x="6701220" y="2076475"/>
                    <a:chExt cx="304310" cy="711043"/>
                  </a:xfrm>
                </p:grpSpPr>
                <p:sp>
                  <p:nvSpPr>
                    <p:cNvPr id="27" name="Rectangle 26">
                      <a:extLst>
                        <a:ext uri="{FF2B5EF4-FFF2-40B4-BE49-F238E27FC236}">
                          <a16:creationId xmlns:a16="http://schemas.microsoft.com/office/drawing/2014/main" id="{1339C28C-E86E-0E5E-7794-35B0AAABD3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1220" y="2076475"/>
                      <a:ext cx="226984" cy="711043"/>
                    </a:xfrm>
                    <a:prstGeom prst="rect">
                      <a:avLst/>
                    </a:prstGeom>
                    <a:solidFill>
                      <a:srgbClr val="CD43B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 dirty="0"/>
                    </a:p>
                  </p:txBody>
                </p:sp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14587C49-D61B-D03D-D350-30604787A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8204" y="2462193"/>
                      <a:ext cx="77326" cy="168910"/>
                    </a:xfrm>
                    <a:prstGeom prst="rect">
                      <a:avLst/>
                    </a:prstGeom>
                    <a:solidFill>
                      <a:srgbClr val="5CC83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/>
                    </a:p>
                  </p:txBody>
                </p:sp>
              </p:grp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96212181-1C9E-1E69-82E4-1A3AEC7A6D2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249264" y="3079114"/>
                    <a:ext cx="255244" cy="226984"/>
                  </a:xfrm>
                  <a:prstGeom prst="rect">
                    <a:avLst/>
                  </a:prstGeom>
                  <a:solidFill>
                    <a:srgbClr val="1F90C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C7B4DF2E-6350-1EBD-84DF-8D135F7C66D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391167" y="3147992"/>
                    <a:ext cx="255244" cy="89227"/>
                  </a:xfrm>
                  <a:prstGeom prst="rect">
                    <a:avLst/>
                  </a:prstGeom>
                  <a:solidFill>
                    <a:srgbClr val="1F90C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8AC7D07A-F77E-1AEE-5980-CA9500D435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46193" y="2875003"/>
                    <a:ext cx="0" cy="314415"/>
                  </a:xfrm>
                  <a:prstGeom prst="line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lg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6BEAEBD-9EAB-A4C2-BFF2-423AA960E0EE}"/>
                      </a:ext>
                    </a:extLst>
                  </p:cNvPr>
                  <p:cNvSpPr/>
                  <p:nvPr/>
                </p:nvSpPr>
                <p:spPr>
                  <a:xfrm>
                    <a:off x="4446578" y="3444594"/>
                    <a:ext cx="606862" cy="66753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>
                      <a:ln>
                        <a:solidFill>
                          <a:schemeClr val="accent1">
                            <a:shade val="15000"/>
                          </a:schemeClr>
                        </a:solidFill>
                      </a:ln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54C6432D-969D-571B-DE1A-B6F257C14CFF}"/>
                      </a:ext>
                    </a:extLst>
                  </p:cNvPr>
                  <p:cNvCxnSpPr>
                    <a:cxnSpLocks/>
                    <a:stCxn id="28" idx="3"/>
                  </p:cNvCxnSpPr>
                  <p:nvPr/>
                </p:nvCxnSpPr>
                <p:spPr>
                  <a:xfrm flipV="1">
                    <a:off x="4167083" y="3179877"/>
                    <a:ext cx="2413288" cy="23830"/>
                  </a:xfrm>
                  <a:prstGeom prst="line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lg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58BA1388-CC83-294E-F6F5-6BB39668047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57154" y="3895670"/>
                    <a:ext cx="255244" cy="432000"/>
                  </a:xfrm>
                  <a:prstGeom prst="rect">
                    <a:avLst/>
                  </a:prstGeom>
                  <a:solidFill>
                    <a:srgbClr val="1F90C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6C99964C-973E-2B85-4ABF-B7E163174D2B}"/>
                      </a:ext>
                    </a:extLst>
                  </p:cNvPr>
                  <p:cNvSpPr/>
                  <p:nvPr/>
                </p:nvSpPr>
                <p:spPr>
                  <a:xfrm>
                    <a:off x="5652139" y="4291670"/>
                    <a:ext cx="255244" cy="432000"/>
                  </a:xfrm>
                  <a:prstGeom prst="rect">
                    <a:avLst/>
                  </a:prstGeom>
                  <a:solidFill>
                    <a:srgbClr val="1F90C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1D46775F-00D1-AB5E-0168-9E746ADAE8E0}"/>
                      </a:ext>
                    </a:extLst>
                  </p:cNvPr>
                  <p:cNvSpPr/>
                  <p:nvPr/>
                </p:nvSpPr>
                <p:spPr>
                  <a:xfrm>
                    <a:off x="4948755" y="3964209"/>
                    <a:ext cx="100864" cy="307622"/>
                  </a:xfrm>
                  <a:prstGeom prst="ellipse">
                    <a:avLst/>
                  </a:prstGeom>
                  <a:ln w="25400"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4CD4461-E6F6-E55C-9EB8-CFDA4CDA94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96474" y="4118020"/>
                    <a:ext cx="803706" cy="0"/>
                  </a:xfrm>
                  <a:prstGeom prst="line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lg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B826ACA9-88B8-78BC-F1E8-1FC24E7B130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729329" y="4680495"/>
                    <a:ext cx="100864" cy="307622"/>
                  </a:xfrm>
                  <a:prstGeom prst="ellipse">
                    <a:avLst/>
                  </a:prstGeom>
                  <a:ln w="25400"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1B568048-E93A-597F-34D6-6F92C90B5563}"/>
                      </a:ext>
                    </a:extLst>
                  </p:cNvPr>
                  <p:cNvCxnSpPr>
                    <a:cxnSpLocks/>
                    <a:stCxn id="4" idx="2"/>
                    <a:endCxn id="69" idx="2"/>
                  </p:cNvCxnSpPr>
                  <p:nvPr/>
                </p:nvCxnSpPr>
                <p:spPr>
                  <a:xfrm>
                    <a:off x="5775608" y="2338738"/>
                    <a:ext cx="4153" cy="2484000"/>
                  </a:xfrm>
                  <a:prstGeom prst="line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lg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4897BE79-FE71-DC42-77BA-236C7D87028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713575" y="3142951"/>
                    <a:ext cx="540000" cy="76077"/>
                  </a:xfrm>
                  <a:prstGeom prst="rect">
                    <a:avLst/>
                  </a:prstGeom>
                  <a:noFill/>
                  <a:ln>
                    <a:solidFill>
                      <a:schemeClr val="accent1">
                        <a:shade val="15000"/>
                        <a:alpha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cxnSp>
                <p:nvCxnSpPr>
                  <p:cNvPr id="78" name="Straight Arrow Connector 77">
                    <a:extLst>
                      <a:ext uri="{FF2B5EF4-FFF2-40B4-BE49-F238E27FC236}">
                        <a16:creationId xmlns:a16="http://schemas.microsoft.com/office/drawing/2014/main" id="{A4A848B8-9822-D6D5-2498-19A3616CF592}"/>
                      </a:ext>
                    </a:extLst>
                  </p:cNvPr>
                  <p:cNvCxnSpPr>
                    <a:stCxn id="5" idx="0"/>
                    <a:endCxn id="76" idx="2"/>
                  </p:cNvCxnSpPr>
                  <p:nvPr/>
                </p:nvCxnSpPr>
                <p:spPr>
                  <a:xfrm>
                    <a:off x="6656449" y="3179876"/>
                    <a:ext cx="289088" cy="111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555E92E9-8D52-C202-7EF0-43BE9E828F68}"/>
                      </a:ext>
                    </a:extLst>
                  </p:cNvPr>
                  <p:cNvCxnSpPr>
                    <a:cxnSpLocks/>
                    <a:stCxn id="76" idx="1"/>
                    <a:endCxn id="93" idx="2"/>
                  </p:cNvCxnSpPr>
                  <p:nvPr/>
                </p:nvCxnSpPr>
                <p:spPr>
                  <a:xfrm flipV="1">
                    <a:off x="6983575" y="2349158"/>
                    <a:ext cx="101976" cy="56183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A175CD50-7419-C2BC-773D-40976FD0D9C7}"/>
                      </a:ext>
                    </a:extLst>
                  </p:cNvPr>
                  <p:cNvCxnSpPr>
                    <a:cxnSpLocks/>
                    <a:stCxn id="4" idx="0"/>
                    <a:endCxn id="89" idx="2"/>
                  </p:cNvCxnSpPr>
                  <p:nvPr/>
                </p:nvCxnSpPr>
                <p:spPr>
                  <a:xfrm flipV="1">
                    <a:off x="5775608" y="1900622"/>
                    <a:ext cx="147392" cy="36251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F1914F56-B022-E181-59F7-835EE91F48F1}"/>
                      </a:ext>
                    </a:extLst>
                  </p:cNvPr>
                  <p:cNvSpPr txBox="1"/>
                  <p:nvPr/>
                </p:nvSpPr>
                <p:spPr>
                  <a:xfrm>
                    <a:off x="5489015" y="1723629"/>
                    <a:ext cx="867970" cy="1769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Stationary Mirror</a:t>
                    </a:r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2FA172C2-AC52-994B-727F-D8B07CBE95CD}"/>
                      </a:ext>
                    </a:extLst>
                  </p:cNvPr>
                  <p:cNvSpPr txBox="1"/>
                  <p:nvPr/>
                </p:nvSpPr>
                <p:spPr>
                  <a:xfrm>
                    <a:off x="6691774" y="2172165"/>
                    <a:ext cx="787552" cy="1769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Movable Mirror</a:t>
                    </a: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D576295F-298B-9C57-99E5-0E99E54A27AA}"/>
                      </a:ext>
                    </a:extLst>
                  </p:cNvPr>
                  <p:cNvSpPr txBox="1"/>
                  <p:nvPr/>
                </p:nvSpPr>
                <p:spPr>
                  <a:xfrm>
                    <a:off x="4689959" y="4486328"/>
                    <a:ext cx="631085" cy="1833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Photodiode</a:t>
                    </a:r>
                  </a:p>
                </p:txBody>
              </p: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D85C1100-D37F-4FC9-4277-637A840F04C7}"/>
                      </a:ext>
                    </a:extLst>
                  </p:cNvPr>
                  <p:cNvCxnSpPr>
                    <a:cxnSpLocks/>
                    <a:stCxn id="62" idx="4"/>
                  </p:cNvCxnSpPr>
                  <p:nvPr/>
                </p:nvCxnSpPr>
                <p:spPr>
                  <a:xfrm>
                    <a:off x="4999187" y="4271831"/>
                    <a:ext cx="38311" cy="23583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4AEB06F0-2268-98B1-C042-D98B4CF66E6C}"/>
                      </a:ext>
                    </a:extLst>
                  </p:cNvPr>
                  <p:cNvSpPr txBox="1"/>
                  <p:nvPr/>
                </p:nvSpPr>
                <p:spPr>
                  <a:xfrm>
                    <a:off x="4651745" y="1896989"/>
                    <a:ext cx="640253" cy="1833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HeNe Laser</a:t>
                    </a:r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DDD9F5E6-3111-949A-CB06-A26F22B43752}"/>
                      </a:ext>
                    </a:extLst>
                  </p:cNvPr>
                  <p:cNvSpPr txBox="1"/>
                  <p:nvPr/>
                </p:nvSpPr>
                <p:spPr>
                  <a:xfrm>
                    <a:off x="3647899" y="2193188"/>
                    <a:ext cx="762272" cy="1833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Mercury Lamp</a:t>
                    </a:r>
                  </a:p>
                </p:txBody>
              </p: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FC25AF95-0655-02BB-2784-2FF0E6C90F45}"/>
                      </a:ext>
                    </a:extLst>
                  </p:cNvPr>
                  <p:cNvSpPr txBox="1"/>
                  <p:nvPr/>
                </p:nvSpPr>
                <p:spPr>
                  <a:xfrm>
                    <a:off x="6158055" y="3855422"/>
                    <a:ext cx="765850" cy="1833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Beamsplitter 3</a:t>
                    </a:r>
                  </a:p>
                </p:txBody>
              </p:sp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093B756D-A53E-346E-681C-DF1B391C606B}"/>
                      </a:ext>
                    </a:extLst>
                  </p:cNvPr>
                  <p:cNvSpPr txBox="1"/>
                  <p:nvPr/>
                </p:nvSpPr>
                <p:spPr>
                  <a:xfrm>
                    <a:off x="4100541" y="3880198"/>
                    <a:ext cx="528663" cy="1833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Shielding</a:t>
                    </a:r>
                  </a:p>
                </p:txBody>
              </p:sp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97749F98-A64C-576B-FA6A-3CCF81569442}"/>
                      </a:ext>
                    </a:extLst>
                  </p:cNvPr>
                  <p:cNvSpPr txBox="1"/>
                  <p:nvPr/>
                </p:nvSpPr>
                <p:spPr>
                  <a:xfrm>
                    <a:off x="5994687" y="2576077"/>
                    <a:ext cx="765850" cy="1833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Beamsplitter 2</a:t>
                    </a: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82837223-42F4-9B8D-E64B-F3748DAC9D65}"/>
                      </a:ext>
                    </a:extLst>
                  </p:cNvPr>
                  <p:cNvSpPr txBox="1"/>
                  <p:nvPr/>
                </p:nvSpPr>
                <p:spPr>
                  <a:xfrm>
                    <a:off x="4914298" y="2753116"/>
                    <a:ext cx="765850" cy="1833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Beamsplitter 1</a:t>
                    </a:r>
                  </a:p>
                </p:txBody>
              </p: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CCA08B56-5870-1F0C-8D3E-D28A4B2AC478}"/>
                      </a:ext>
                    </a:extLst>
                  </p:cNvPr>
                  <p:cNvCxnSpPr>
                    <a:cxnSpLocks/>
                    <a:endCxn id="9" idx="3"/>
                  </p:cNvCxnSpPr>
                  <p:nvPr/>
                </p:nvCxnSpPr>
                <p:spPr>
                  <a:xfrm flipH="1">
                    <a:off x="5959761" y="4049388"/>
                    <a:ext cx="271404" cy="6228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816CC668-A0B3-810E-B94B-B0CC4AC533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55608" y="2779909"/>
                    <a:ext cx="293240" cy="29700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F8E09889-A32A-F6CF-12B5-DBB9181F62A7}"/>
                      </a:ext>
                    </a:extLst>
                  </p:cNvPr>
                  <p:cNvCxnSpPr>
                    <a:cxnSpLocks/>
                    <a:stCxn id="25" idx="0"/>
                    <a:endCxn id="98" idx="2"/>
                  </p:cNvCxnSpPr>
                  <p:nvPr/>
                </p:nvCxnSpPr>
                <p:spPr>
                  <a:xfrm flipV="1">
                    <a:off x="4742043" y="2080355"/>
                    <a:ext cx="229828" cy="26367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57659FD0-DD47-24BA-A1E9-19679CF2C595}"/>
                      </a:ext>
                    </a:extLst>
                  </p:cNvPr>
                  <p:cNvCxnSpPr>
                    <a:cxnSpLocks/>
                    <a:stCxn id="27" idx="0"/>
                    <a:endCxn id="99" idx="2"/>
                  </p:cNvCxnSpPr>
                  <p:nvPr/>
                </p:nvCxnSpPr>
                <p:spPr>
                  <a:xfrm flipV="1">
                    <a:off x="3976265" y="2376554"/>
                    <a:ext cx="52770" cy="35697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3A2529FF-FB50-22C3-3BE0-328338DF26FD}"/>
                      </a:ext>
                    </a:extLst>
                  </p:cNvPr>
                  <p:cNvCxnSpPr>
                    <a:cxnSpLocks/>
                    <a:stCxn id="46" idx="2"/>
                  </p:cNvCxnSpPr>
                  <p:nvPr/>
                </p:nvCxnSpPr>
                <p:spPr>
                  <a:xfrm flipH="1">
                    <a:off x="4471207" y="3511347"/>
                    <a:ext cx="278802" cy="38421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7DB232F0-97B8-A7D0-36D5-79CCAEA760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27669" y="2943747"/>
                    <a:ext cx="199274" cy="12123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85969C40-6947-7882-0001-FC4D817373C1}"/>
                      </a:ext>
                    </a:extLst>
                  </p:cNvPr>
                  <p:cNvCxnSpPr>
                    <a:cxnSpLocks/>
                    <a:stCxn id="69" idx="4"/>
                  </p:cNvCxnSpPr>
                  <p:nvPr/>
                </p:nvCxnSpPr>
                <p:spPr>
                  <a:xfrm flipH="1" flipV="1">
                    <a:off x="5205030" y="4674001"/>
                    <a:ext cx="420920" cy="160305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E592FE03-9907-9F8F-3C2D-24A42EEDC956}"/>
                      </a:ext>
                    </a:extLst>
                  </p:cNvPr>
                  <p:cNvSpPr txBox="1"/>
                  <p:nvPr/>
                </p:nvSpPr>
                <p:spPr>
                  <a:xfrm>
                    <a:off x="4987879" y="3641529"/>
                    <a:ext cx="636475" cy="1833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Notch Filter</a:t>
                    </a:r>
                  </a:p>
                </p:txBody>
              </p: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EF20F370-D156-6218-DDD0-418ABD1F8A0C}"/>
                      </a:ext>
                    </a:extLst>
                  </p:cNvPr>
                  <p:cNvCxnSpPr>
                    <a:cxnSpLocks/>
                    <a:endCxn id="60" idx="3"/>
                  </p:cNvCxnSpPr>
                  <p:nvPr/>
                </p:nvCxnSpPr>
                <p:spPr>
                  <a:xfrm>
                    <a:off x="5326696" y="3807083"/>
                    <a:ext cx="58080" cy="176965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32E9C2BB-2EED-1350-6209-932AA9BC7B51}"/>
                      </a:ext>
                    </a:extLst>
                  </p:cNvPr>
                  <p:cNvSpPr txBox="1"/>
                  <p:nvPr/>
                </p:nvSpPr>
                <p:spPr>
                  <a:xfrm>
                    <a:off x="6092840" y="4456041"/>
                    <a:ext cx="815106" cy="1769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SG" sz="1600" dirty="0"/>
                      <a:t>Bandpass Filter</a:t>
                    </a:r>
                  </a:p>
                </p:txBody>
              </p: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948A39D4-1683-1390-B6A7-108A1C1305E7}"/>
                      </a:ext>
                    </a:extLst>
                  </p:cNvPr>
                  <p:cNvCxnSpPr>
                    <a:cxnSpLocks/>
                    <a:endCxn id="61" idx="3"/>
                  </p:cNvCxnSpPr>
                  <p:nvPr/>
                </p:nvCxnSpPr>
                <p:spPr>
                  <a:xfrm flipH="1" flipV="1">
                    <a:off x="5907383" y="4507670"/>
                    <a:ext cx="178985" cy="4956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C2BBA97C-9D59-0760-53D2-22E60EACD295}"/>
                    </a:ext>
                  </a:extLst>
                </p:cNvPr>
                <p:cNvSpPr txBox="1"/>
                <p:nvPr/>
              </p:nvSpPr>
              <p:spPr>
                <a:xfrm>
                  <a:off x="3788077" y="3508764"/>
                  <a:ext cx="588809" cy="1833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SG" sz="1600" dirty="0"/>
                    <a:t>Collimator</a:t>
                  </a:r>
                </a:p>
              </p:txBody>
            </p: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BC64F31A-5BA3-C70E-4A7C-5F1D8D4D493C}"/>
                    </a:ext>
                  </a:extLst>
                </p:cNvPr>
                <p:cNvCxnSpPr>
                  <a:cxnSpLocks/>
                  <a:endCxn id="39" idx="1"/>
                </p:cNvCxnSpPr>
                <p:nvPr/>
              </p:nvCxnSpPr>
              <p:spPr>
                <a:xfrm flipV="1">
                  <a:off x="4153237" y="3320228"/>
                  <a:ext cx="223649" cy="21016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6" name="Arrow: Chevron 215">
                <a:extLst>
                  <a:ext uri="{FF2B5EF4-FFF2-40B4-BE49-F238E27FC236}">
                    <a16:creationId xmlns:a16="http://schemas.microsoft.com/office/drawing/2014/main" id="{369ACC42-11D6-2B20-7F84-AC99581033D4}"/>
                  </a:ext>
                </a:extLst>
              </p:cNvPr>
              <p:cNvSpPr/>
              <p:nvPr/>
            </p:nvSpPr>
            <p:spPr>
              <a:xfrm>
                <a:off x="5097485" y="3029443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Arrow: Chevron 216">
                <a:extLst>
                  <a:ext uri="{FF2B5EF4-FFF2-40B4-BE49-F238E27FC236}">
                    <a16:creationId xmlns:a16="http://schemas.microsoft.com/office/drawing/2014/main" id="{D56481BE-249B-282D-A64A-26F06CE49F36}"/>
                  </a:ext>
                </a:extLst>
              </p:cNvPr>
              <p:cNvSpPr/>
              <p:nvPr/>
            </p:nvSpPr>
            <p:spPr>
              <a:xfrm>
                <a:off x="7206252" y="3012256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Arrow: Chevron 217">
                <a:extLst>
                  <a:ext uri="{FF2B5EF4-FFF2-40B4-BE49-F238E27FC236}">
                    <a16:creationId xmlns:a16="http://schemas.microsoft.com/office/drawing/2014/main" id="{2E92EE69-4059-D967-43E3-B2DBBB0F89F1}"/>
                  </a:ext>
                </a:extLst>
              </p:cNvPr>
              <p:cNvSpPr/>
              <p:nvPr/>
            </p:nvSpPr>
            <p:spPr>
              <a:xfrm rot="10800000">
                <a:off x="6695625" y="3010971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Arrow: Chevron 218">
                <a:extLst>
                  <a:ext uri="{FF2B5EF4-FFF2-40B4-BE49-F238E27FC236}">
                    <a16:creationId xmlns:a16="http://schemas.microsoft.com/office/drawing/2014/main" id="{56888C08-01F0-ACBD-66B3-668855355C50}"/>
                  </a:ext>
                </a:extLst>
              </p:cNvPr>
              <p:cNvSpPr/>
              <p:nvPr/>
            </p:nvSpPr>
            <p:spPr>
              <a:xfrm rot="16200000">
                <a:off x="5981573" y="1759885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Arrow: Chevron 219">
                <a:extLst>
                  <a:ext uri="{FF2B5EF4-FFF2-40B4-BE49-F238E27FC236}">
                    <a16:creationId xmlns:a16="http://schemas.microsoft.com/office/drawing/2014/main" id="{DE9F6B86-1D24-0F2F-FA2C-3FC9ED1A1819}"/>
                  </a:ext>
                </a:extLst>
              </p:cNvPr>
              <p:cNvSpPr/>
              <p:nvPr/>
            </p:nvSpPr>
            <p:spPr>
              <a:xfrm rot="5400000">
                <a:off x="5978933" y="2276347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Arrow: Chevron 220">
                <a:extLst>
                  <a:ext uri="{FF2B5EF4-FFF2-40B4-BE49-F238E27FC236}">
                    <a16:creationId xmlns:a16="http://schemas.microsoft.com/office/drawing/2014/main" id="{1EE23081-2A06-7FE2-99F5-ECD8EEC90C0C}"/>
                  </a:ext>
                </a:extLst>
              </p:cNvPr>
              <p:cNvSpPr/>
              <p:nvPr/>
            </p:nvSpPr>
            <p:spPr>
              <a:xfrm rot="5400000">
                <a:off x="5985544" y="3935810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Arrow: Chevron 221">
                <a:extLst>
                  <a:ext uri="{FF2B5EF4-FFF2-40B4-BE49-F238E27FC236}">
                    <a16:creationId xmlns:a16="http://schemas.microsoft.com/office/drawing/2014/main" id="{9E21EDF0-0B5C-038B-E5CB-970A91962D15}"/>
                  </a:ext>
                </a:extLst>
              </p:cNvPr>
              <p:cNvSpPr/>
              <p:nvPr/>
            </p:nvSpPr>
            <p:spPr>
              <a:xfrm>
                <a:off x="3420805" y="3039997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Arrow: Chevron 222">
                <a:extLst>
                  <a:ext uri="{FF2B5EF4-FFF2-40B4-BE49-F238E27FC236}">
                    <a16:creationId xmlns:a16="http://schemas.microsoft.com/office/drawing/2014/main" id="{DC594130-80ED-5DD8-E14A-A4BC8D8500E3}"/>
                  </a:ext>
                </a:extLst>
              </p:cNvPr>
              <p:cNvSpPr/>
              <p:nvPr/>
            </p:nvSpPr>
            <p:spPr>
              <a:xfrm rot="5400000">
                <a:off x="4011234" y="2664116"/>
                <a:ext cx="110139" cy="157694"/>
              </a:xfrm>
              <a:prstGeom prst="chevron">
                <a:avLst>
                  <a:gd name="adj" fmla="val 98588"/>
                </a:avLst>
              </a:prstGeom>
              <a:noFill/>
              <a:ln cap="rnd">
                <a:beve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5" name="Arrow: Chevron 224">
              <a:extLst>
                <a:ext uri="{FF2B5EF4-FFF2-40B4-BE49-F238E27FC236}">
                  <a16:creationId xmlns:a16="http://schemas.microsoft.com/office/drawing/2014/main" id="{2B0BA1AB-E4B9-FC16-A33F-20F6F4FB6D2E}"/>
                </a:ext>
              </a:extLst>
            </p:cNvPr>
            <p:cNvSpPr/>
            <p:nvPr/>
          </p:nvSpPr>
          <p:spPr>
            <a:xfrm rot="5400000">
              <a:off x="5993338" y="5400948"/>
              <a:ext cx="110139" cy="157694"/>
            </a:xfrm>
            <a:prstGeom prst="chevron">
              <a:avLst>
                <a:gd name="adj" fmla="val 98588"/>
              </a:avLst>
            </a:prstGeom>
            <a:noFill/>
            <a:ln cap="rnd">
              <a:beve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227" name="Arrow: Chevron 226">
              <a:extLst>
                <a:ext uri="{FF2B5EF4-FFF2-40B4-BE49-F238E27FC236}">
                  <a16:creationId xmlns:a16="http://schemas.microsoft.com/office/drawing/2014/main" id="{B13463F5-7E45-7D40-361A-E463C22A2CFA}"/>
                </a:ext>
              </a:extLst>
            </p:cNvPr>
            <p:cNvSpPr/>
            <p:nvPr/>
          </p:nvSpPr>
          <p:spPr>
            <a:xfrm rot="10800000">
              <a:off x="5445138" y="4801968"/>
              <a:ext cx="110139" cy="157694"/>
            </a:xfrm>
            <a:prstGeom prst="chevron">
              <a:avLst>
                <a:gd name="adj" fmla="val 98588"/>
              </a:avLst>
            </a:prstGeom>
            <a:noFill/>
            <a:ln cap="rnd">
              <a:beve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948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Zhao, Wenkang</dc:creator>
  <cp:lastModifiedBy>Zhao, Wenkang</cp:lastModifiedBy>
  <cp:revision>1</cp:revision>
  <dcterms:created xsi:type="dcterms:W3CDTF">2025-11-01T15:22:37Z</dcterms:created>
  <dcterms:modified xsi:type="dcterms:W3CDTF">2025-11-02T22:22:05Z</dcterms:modified>
</cp:coreProperties>
</file>